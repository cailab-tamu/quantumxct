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68" r:id="rId3"/>
    <p:sldId id="26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3FCAF-7A76-160F-5FF4-1AD6F6A0A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17CC72-0C49-6C8B-0864-BEB9923E9E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D55620-B14D-18E5-4A56-CB008EA81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94596-ED62-8969-73EB-642BEFF2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18028-3E3E-4225-6B16-B923E273C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330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9D550-6E7A-E6FF-B390-D51CAD816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75521-B9C9-8C56-1A96-8EC719BF1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FA8DA-84C6-B317-ECB9-707AB03BB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0857AD-FD5C-0628-58A6-9A8ABCDED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72E5B-C2F3-1A76-3539-07828C679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443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655C4-4F8C-E14F-C9BD-E491A3150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37CFD-69C1-974E-09A6-3C2F39C27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D244-4A77-122F-E85B-498622C16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FF7E0-3E1B-CEE5-09DA-CC6DF1E00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6F47B-0893-182B-E2B4-A51B0EBB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41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907-6CEE-21DD-D797-2EF9C1C50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8AE34-AF5B-28D3-BCAB-CE8FFF57E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5783D-561C-B479-3A1F-A0CE01771C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E202F-F79D-68EB-725F-D1DF2453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76015-559D-953A-3F82-9AA2AD210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D9BABD-336A-7AFD-5E0B-9DD995EA3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45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4F8A0-6586-ED27-B2F8-E970C4D57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860F7-12C0-6C5B-B2D1-9A76CFD8B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4272D-46F4-8F8F-A74C-23FF94BA30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62B9F5-FD01-C064-B4A6-58FE52888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87B1E-EC55-C804-93D1-0ADA34DA4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76B700-0A07-441A-95B8-E37D06B32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791474-3AC4-9F9B-676B-F09674FB3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5645F-56F4-FA86-2513-7332008C4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805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136C-D488-8116-38EE-B0C3B4C55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63114A-431B-5F0A-55D7-BCB29FBF9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B00425-CF0B-4E0B-5668-174C4423F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D16A61-E015-9BB4-0613-B6948C73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45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2F2965-570D-C5F4-4B38-4542615BE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B2071F-57A1-693D-3346-41C0801ED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B1680-4BEC-730E-757A-3E5C46E7A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512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2A6F1-AF72-9E29-6B94-389552C21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29966-57D2-4A3B-59CC-67423F137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78C3D0-80A0-0BFA-94F3-E3BAF662DE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035A29-4B7B-CFEC-E470-C61347542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E5793E-2E85-FD35-83B7-1E8361CAA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411CF-5CF7-952C-3128-D0114AA9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9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B7A4-E61A-CECE-CB66-68E04B689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33001A-C7E1-2395-A53D-29CF5D2A68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CA18F2-D3FC-B847-C317-C172D8FF6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50645-ADB6-9D8C-D355-EA78DB719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9DFA24-299F-86AE-D2F2-5D3AE7866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FB7F04-65D4-37D1-9CA5-5E6B20DBF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513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2447F-0915-7CC8-AB12-1AD85BB54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F6C24F-8196-2BF1-8C1C-FE4DE8D58C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87866-3F9B-B177-3EEE-BBAA797F0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6944A-57EB-A175-E4B5-B31359389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6823-2BAA-BEC7-E667-E0D91E100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544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C18EFB-A444-064E-EFCA-A9C4919635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F8FC70-BE20-DBE7-EAA5-4A66E11D9D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419D0-4548-E755-C4DB-C28C602E5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0314E-8FFD-AACF-D24F-19F302D12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79A65-A3F1-FADE-CA2A-10C1D97DC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384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613518-54EB-CB6E-BA31-388B3D509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95AB5A-43B6-C814-6232-BA9AFC237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CF973-ABC5-C633-58C5-C4828FD673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268FC7-285F-4E3C-9BC4-CF17A7AA4125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E6029-F132-7351-D4E4-851CAE7BD0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DD95E-B46F-5819-168D-539F97384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F716D-1AD6-472B-A62C-5717B38CC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blackboard with white text and arrows&#10;&#10;AI-generated content may be incorrect.">
            <a:extLst>
              <a:ext uri="{FF2B5EF4-FFF2-40B4-BE49-F238E27FC236}">
                <a16:creationId xmlns:a16="http://schemas.microsoft.com/office/drawing/2014/main" id="{1BCC17F0-9118-B78D-ABAD-197FB87941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20" y="1234440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38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13742-0456-7E92-6E69-816E62312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F34B4-02B5-77A1-B7EE-60790B9C3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FibroblastGenes</a:t>
            </a:r>
            <a:r>
              <a:rPr lang="en-US" dirty="0"/>
              <a:t> = ["TGFB1", "PDGFRB", "IL6"];</a:t>
            </a:r>
          </a:p>
          <a:p>
            <a:r>
              <a:rPr lang="en-US" dirty="0" err="1"/>
              <a:t>CancerGenes</a:t>
            </a:r>
            <a:r>
              <a:rPr lang="en-US" dirty="0"/>
              <a:t> = ["STAT3","IL6RorST","TGFBR1or2","PDGFB"];</a:t>
            </a:r>
          </a:p>
          <a:p>
            <a:endParaRPr lang="en-US" dirty="0"/>
          </a:p>
          <a:p>
            <a:r>
              <a:rPr lang="en-US" dirty="0"/>
              <a:t>7 PDGFB -&gt; 2 PDGFRB</a:t>
            </a:r>
          </a:p>
          <a:p>
            <a:r>
              <a:rPr lang="en-US" dirty="0"/>
              <a:t>1 TGFB1 -&gt;  6 TGFBR1or2</a:t>
            </a:r>
          </a:p>
          <a:p>
            <a:r>
              <a:rPr lang="en-US" dirty="0"/>
              <a:t>3 IL6 -&gt; 5 IL6RorST</a:t>
            </a:r>
          </a:p>
          <a:p>
            <a:endParaRPr lang="en-US" dirty="0"/>
          </a:p>
          <a:p>
            <a:r>
              <a:rPr lang="en-US"/>
              <a:t>[7 2; 1 6; 3 5; 5 4]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529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DC0ED-1B47-875C-05C3-2BB80196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7935E-D2BA-D523-C7AA-8C7AF1229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[7 2; 1 6; 3 5; 5 4]</a:t>
            </a:r>
          </a:p>
        </p:txBody>
      </p:sp>
    </p:spTree>
    <p:extLst>
      <p:ext uri="{BB962C8B-B14F-4D97-AF65-F5344CB8AC3E}">
        <p14:creationId xmlns:p14="http://schemas.microsoft.com/office/powerpoint/2010/main" val="2503160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1228</TotalTime>
  <Words>65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Ideal configuration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Cai, James</dc:creator>
  <cp:lastModifiedBy>Cai, James</cp:lastModifiedBy>
  <cp:revision>9</cp:revision>
  <dcterms:created xsi:type="dcterms:W3CDTF">2025-02-18T23:15:39Z</dcterms:created>
  <dcterms:modified xsi:type="dcterms:W3CDTF">2025-08-04T22:31:30Z</dcterms:modified>
</cp:coreProperties>
</file>