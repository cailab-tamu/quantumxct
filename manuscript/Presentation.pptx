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57" r:id="rId6"/>
    <p:sldId id="262" r:id="rId7"/>
    <p:sldId id="258" r:id="rId8"/>
    <p:sldId id="259" r:id="rId9"/>
    <p:sldId id="260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3FCAF-7A76-160F-5FF4-1AD6F6A0A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7CC72-0C49-6C8B-0864-BEB9923E9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55620-B14D-18E5-4A56-CB008EA8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94596-ED62-8969-73EB-642BEFF2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18028-3E3E-4225-6B16-B923E273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3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D550-6E7A-E6FF-B390-D51CAD816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75521-B9C9-8C56-1A96-8EC719BF1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FA8DA-84C6-B317-ECB9-707AB03BB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857AD-FD5C-0628-58A6-9A8ABCDE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72E5B-C2F3-1A76-3539-07828C67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4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55C4-4F8C-E14F-C9BD-E491A315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37CFD-69C1-974E-09A6-3C2F39C27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D244-4A77-122F-E85B-498622C1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FF7E0-3E1B-CEE5-09DA-CC6DF1E0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6F47B-0893-182B-E2B4-A51B0EBB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4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E907-6CEE-21DD-D797-2EF9C1C5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8AE34-AF5B-28D3-BCAB-CE8FFF57E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5783D-561C-B479-3A1F-A0CE01771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E202F-F79D-68EB-725F-D1DF2453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76015-559D-953A-3F82-9AA2AD21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9BABD-336A-7AFD-5E0B-9DD995EA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4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F8A0-6586-ED27-B2F8-E970C4D5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860F7-12C0-6C5B-B2D1-9A76CFD8B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4272D-46F4-8F8F-A74C-23FF94BA3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2B9F5-FD01-C064-B4A6-58FE52888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87B1E-EC55-C804-93D1-0ADA34DA4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76B700-0A07-441A-95B8-E37D06B3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91474-3AC4-9F9B-676B-F09674FB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5645F-56F4-FA86-2513-7332008C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0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136C-D488-8116-38EE-B0C3B4C5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3114A-431B-5F0A-55D7-BCB29FBF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00425-CF0B-4E0B-5668-174C4423F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16A61-E015-9BB4-0613-B6948C73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F2965-570D-C5F4-4B38-4542615B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2071F-57A1-693D-3346-41C0801E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B1680-4BEC-730E-757A-3E5C46E7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1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A6F1-AF72-9E29-6B94-389552C2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9966-57D2-4A3B-59CC-67423F137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8C3D0-80A0-0BFA-94F3-E3BAF662D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5A29-4B7B-CFEC-E470-C61347542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5793E-2E85-FD35-83B7-1E8361CAA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411CF-5CF7-952C-3128-D0114AA9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9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AB7A4-E61A-CECE-CB66-68E04B68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3001A-C7E1-2395-A53D-29CF5D2A6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A18F2-D3FC-B847-C317-C172D8FF6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50645-ADB6-9D8C-D355-EA78DB71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DFA24-299F-86AE-D2F2-5D3AE786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B7F04-65D4-37D1-9CA5-5E6B20DB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13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447F-0915-7CC8-AB12-1AD85BB5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6C24F-8196-2BF1-8C1C-FE4DE8D58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87866-3F9B-B177-3EEE-BBAA797F0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6944A-57EB-A175-E4B5-B3135938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16823-2BAA-BEC7-E667-E0D91E10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44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18EFB-A444-064E-EFCA-A9C491963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8FC70-BE20-DBE7-EAA5-4A66E11D9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419D0-4548-E755-C4DB-C28C602E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0314E-8FFD-AACF-D24F-19F302D1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79A65-A3F1-FADE-CA2A-10C1D97D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8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13518-54EB-CB6E-BA31-388B3D50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5AB5A-43B6-C814-6232-BA9AFC237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CF973-ABC5-C633-58C5-C4828FD673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68FC7-285F-4E3C-9BC4-CF17A7AA4125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6029-F132-7351-D4E4-851CAE7BD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DD95E-B46F-5819-168D-539F97384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F716D-1AD6-472B-A62C-5717B38CC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C6CB-0449-9F58-FBF2-F8179459E4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11965-310D-DF9E-8788-90C0896C7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0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cell types&#10;&#10;AI-generated content may be incorrect.">
            <a:extLst>
              <a:ext uri="{FF2B5EF4-FFF2-40B4-BE49-F238E27FC236}">
                <a16:creationId xmlns:a16="http://schemas.microsoft.com/office/drawing/2014/main" id="{C602BA03-E860-1E86-8EBC-EBCD52D1D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9"/>
            <a:ext cx="10905066" cy="534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18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1284D2-D2EE-F82B-866B-F4D2CC1D9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3672" y="643466"/>
            <a:ext cx="622465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1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AC35-6867-E6C6-E657-52C55D9E4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4AE395-BEC1-ADD0-1F0B-941360D72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7868"/>
            <a:ext cx="10515600" cy="3726852"/>
          </a:xfrm>
        </p:spPr>
      </p:pic>
    </p:spTree>
    <p:extLst>
      <p:ext uri="{BB962C8B-B14F-4D97-AF65-F5344CB8AC3E}">
        <p14:creationId xmlns:p14="http://schemas.microsoft.com/office/powerpoint/2010/main" val="174731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A210-665C-6DDB-A1B1-DF8BB26B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DB3279-C945-424B-3A6C-E099FFEE8C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12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DB3279-C945-424B-3A6C-E099FFEE8C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9" b="21305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71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DB3279-C945-424B-3A6C-E099FFEE8C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9" b="21305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82073F0-4012-E68B-B4BA-C4985C4C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495300"/>
            <a:ext cx="9420225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86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DB3279-C945-424B-3A6C-E099FFEE8C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9" b="21305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82073F0-4012-E68B-B4BA-C4985C4C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495300"/>
            <a:ext cx="9420225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141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DB3279-C945-424B-3A6C-E099FFEE8C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9" b="21305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82073F0-4012-E68B-B4BA-C4985C4C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495300"/>
            <a:ext cx="9420225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82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A8B8-EFFC-66A6-33AF-9A316B9A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6FCD16-5BB5-117C-DE72-F3396111B7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357" y="1825625"/>
            <a:ext cx="701528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153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6C24-F6F0-070E-232B-76BB0A90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5B5C57-9374-0480-C2EE-7F823C569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569" y="1825625"/>
            <a:ext cx="9360861" cy="4351338"/>
          </a:xfrm>
        </p:spPr>
      </p:pic>
    </p:spTree>
    <p:extLst>
      <p:ext uri="{BB962C8B-B14F-4D97-AF65-F5344CB8AC3E}">
        <p14:creationId xmlns:p14="http://schemas.microsoft.com/office/powerpoint/2010/main" val="3617558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1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Cai, James</dc:creator>
  <cp:lastModifiedBy>Cai, James</cp:lastModifiedBy>
  <cp:revision>5</cp:revision>
  <dcterms:created xsi:type="dcterms:W3CDTF">2025-02-18T23:15:39Z</dcterms:created>
  <dcterms:modified xsi:type="dcterms:W3CDTF">2025-05-11T14:50:31Z</dcterms:modified>
</cp:coreProperties>
</file>