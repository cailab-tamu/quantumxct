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3" r:id="rId3"/>
    <p:sldId id="264" r:id="rId4"/>
    <p:sldId id="265" r:id="rId5"/>
    <p:sldId id="257" r:id="rId6"/>
    <p:sldId id="262" r:id="rId7"/>
    <p:sldId id="258" r:id="rId8"/>
    <p:sldId id="259" r:id="rId9"/>
    <p:sldId id="260" r:id="rId10"/>
    <p:sldId id="261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1" d="100"/>
          <a:sy n="91" d="100"/>
        </p:scale>
        <p:origin x="1536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C3FCAF-7A76-160F-5FF4-1AD6F6A0AB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17CC72-0C49-6C8B-0864-BEB9923E9E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D55620-B14D-18E5-4A56-CB008EA81C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268FC7-285F-4E3C-9BC4-CF17A7AA4125}" type="datetimeFigureOut">
              <a:rPr lang="en-US" smtClean="0"/>
              <a:t>2/18/2025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294596-ED62-8969-73EB-642BEFF261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C18028-3E3E-4225-6B16-B923E273C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F716D-1AD6-472B-A62C-5717B38CCB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3306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9D550-6E7A-E6FF-B390-D51CAD8162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D75521-B9C9-8C56-1A96-8EC719BF12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4FA8DA-84C6-B317-ECB9-707AB03BB9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268FC7-285F-4E3C-9BC4-CF17A7AA4125}" type="datetimeFigureOut">
              <a:rPr lang="en-US" smtClean="0"/>
              <a:t>2/18/2025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0857AD-FD5C-0628-58A6-9A8ABCDEDA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772E5B-C2F3-1A76-3539-07828C6790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F716D-1AD6-472B-A62C-5717B38CCB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4439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8655C4-4F8C-E14F-C9BD-E491A3150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737CFD-69C1-974E-09A6-3C2F39C275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E6D244-4A77-122F-E85B-498622C16D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268FC7-285F-4E3C-9BC4-CF17A7AA4125}" type="datetimeFigureOut">
              <a:rPr lang="en-US" smtClean="0"/>
              <a:t>2/18/2025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0FF7E0-3E1B-CEE5-09DA-CC6DF1E00D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26F47B-0893-182B-E2B4-A51B0EBB8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F716D-1AD6-472B-A62C-5717B38CCB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1416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D6E907-6CEE-21DD-D797-2EF9C1C50D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18AE34-AF5B-28D3-BCAB-CE8FFF57E0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25783D-561C-B479-3A1F-A0CE01771C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CE202F-F79D-68EB-725F-D1DF245358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268FC7-285F-4E3C-9BC4-CF17A7AA4125}" type="datetimeFigureOut">
              <a:rPr lang="en-US" smtClean="0"/>
              <a:t>2/18/2025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976015-559D-953A-3F82-9AA2AD210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CD9BABD-336A-7AFD-5E0B-9DD995EA3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F716D-1AD6-472B-A62C-5717B38CCB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19453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4F8A0-6586-ED27-B2F8-E970C4D573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E860F7-12C0-6C5B-B2D1-9A76CFD8B3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E4272D-46F4-8F8F-A74C-23FF94BA30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A62B9F5-FD01-C064-B4A6-58FE528883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587B1E-EC55-C804-93D1-0ADA34DA45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176B700-0A07-441A-95B8-E37D06B325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268FC7-285F-4E3C-9BC4-CF17A7AA4125}" type="datetimeFigureOut">
              <a:rPr lang="en-US" smtClean="0"/>
              <a:t>2/18/2025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C791474-3AC4-9F9B-676B-F09674FB3F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65645F-56F4-FA86-2513-7332008C4F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F716D-1AD6-472B-A62C-5717B38CCB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98051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39136C-D488-8116-38EE-B0C3B4C552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363114A-431B-5F0A-55D7-BCB29FBF9B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268FC7-285F-4E3C-9BC4-CF17A7AA4125}" type="datetimeFigureOut">
              <a:rPr lang="en-US" smtClean="0"/>
              <a:t>2/18/2025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B00425-CF0B-4E0B-5668-174C4423F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D16A61-E015-9BB4-0613-B6948C73C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F716D-1AD6-472B-A62C-5717B38CCB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2452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62F2965-570D-C5F4-4B38-4542615BE0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268FC7-285F-4E3C-9BC4-CF17A7AA4125}" type="datetimeFigureOut">
              <a:rPr lang="en-US" smtClean="0"/>
              <a:t>2/18/2025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8B2071F-57A1-693D-3346-41C0801ED1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7B1680-4BEC-730E-757A-3E5C46E7A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F716D-1AD6-472B-A62C-5717B38CCB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85129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2A6F1-AF72-9E29-6B94-389552C21F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329966-57D2-4A3B-59CC-67423F1375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78C3D0-80A0-0BFA-94F3-E3BAF662DE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035A29-4B7B-CFEC-E470-C61347542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268FC7-285F-4E3C-9BC4-CF17A7AA4125}" type="datetimeFigureOut">
              <a:rPr lang="en-US" smtClean="0"/>
              <a:t>2/18/2025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E5793E-2E85-FD35-83B7-1E8361CAAD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5411CF-5CF7-952C-3128-D0114AA974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F716D-1AD6-472B-A62C-5717B38CCB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53914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FAB7A4-E61A-CECE-CB66-68E04B689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633001A-C7E1-2395-A53D-29CF5D2A68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6CA18F2-D3FC-B847-C317-C172D8FF60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150645-ADB6-9D8C-D355-EA78DB7190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268FC7-285F-4E3C-9BC4-CF17A7AA4125}" type="datetimeFigureOut">
              <a:rPr lang="en-US" smtClean="0"/>
              <a:t>2/18/2025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9DFA24-299F-86AE-D2F2-5D3AE7866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FB7F04-65D4-37D1-9CA5-5E6B20DBF5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F716D-1AD6-472B-A62C-5717B38CCB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05137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E2447F-0915-7CC8-AB12-1AD85BB54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DF6C24F-8196-2BF1-8C1C-FE4DE8D58C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D87866-3F9B-B177-3EEE-BBAA797F07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268FC7-285F-4E3C-9BC4-CF17A7AA4125}" type="datetimeFigureOut">
              <a:rPr lang="en-US" smtClean="0"/>
              <a:t>2/18/2025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E6944A-57EB-A175-E4B5-B31359389E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716823-2BAA-BEC7-E667-E0D91E1009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F716D-1AD6-472B-A62C-5717B38CCB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65445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AC18EFB-A444-064E-EFCA-A9C4919635C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F8FC70-BE20-DBE7-EAA5-4A66E11D9D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4419D0-4548-E755-C4DB-C28C602E51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268FC7-285F-4E3C-9BC4-CF17A7AA4125}" type="datetimeFigureOut">
              <a:rPr lang="en-US" smtClean="0"/>
              <a:t>2/18/2025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A0314E-8FFD-AACF-D24F-19F302D12C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79A65-A3F1-FADE-CA2A-10C1D97DCB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F716D-1AD6-472B-A62C-5717B38CCB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33847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8613518-54EB-CB6E-BA31-388B3D509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95AB5A-43B6-C814-6232-BA9AFC2374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CCF973-ABC5-C633-58C5-C4828FD673F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1268FC7-285F-4E3C-9BC4-CF17A7AA4125}" type="datetimeFigureOut">
              <a:rPr lang="en-US" smtClean="0"/>
              <a:t>2/18/2025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BE6029-F132-7351-D4E4-851CAE7BD0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1DD95E-B46F-5819-168D-539F97384D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BF716D-1AD6-472B-A62C-5717B38CCB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439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30C6CB-0449-9F58-FBF2-F8179459E44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E811965-310D-DF9E-8788-90C0896C7B5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35074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diagram of cell types&#10;&#10;AI-generated content may be incorrect.">
            <a:extLst>
              <a:ext uri="{FF2B5EF4-FFF2-40B4-BE49-F238E27FC236}">
                <a16:creationId xmlns:a16="http://schemas.microsoft.com/office/drawing/2014/main" id="{C602BA03-E860-1E86-8EBC-EBCD52D1D60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467" y="757259"/>
            <a:ext cx="10905066" cy="5343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81841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C1284D2-D2EE-F82B-866B-F4D2CC1D90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83672" y="643466"/>
            <a:ext cx="6224656" cy="557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31123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1EAC35-6867-E6C6-E657-52C55D9E4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Dataset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14AE395-BEC1-ADD0-1F0B-941360D7242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137868"/>
            <a:ext cx="10515600" cy="3726852"/>
          </a:xfrm>
        </p:spPr>
      </p:pic>
    </p:spTree>
    <p:extLst>
      <p:ext uri="{BB962C8B-B14F-4D97-AF65-F5344CB8AC3E}">
        <p14:creationId xmlns:p14="http://schemas.microsoft.com/office/powerpoint/2010/main" val="17473160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43A210-665C-6DDB-A1B1-DF8BB26B1C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6DB3279-C945-424B-3A6C-E099FFEE8CA5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95108" y="1825625"/>
            <a:ext cx="5801784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701203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Rectangle 1030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6DB3279-C945-424B-3A6C-E099FFEE8CA5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09" b="21305"/>
          <a:stretch/>
        </p:blipFill>
        <p:spPr bwMode="auto">
          <a:xfrm>
            <a:off x="20" y="1282"/>
            <a:ext cx="12191980" cy="68567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887111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Rectangle 1030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6DB3279-C945-424B-3A6C-E099FFEE8CA5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09" b="21305"/>
          <a:stretch/>
        </p:blipFill>
        <p:spPr bwMode="auto">
          <a:xfrm>
            <a:off x="20" y="1282"/>
            <a:ext cx="12191980" cy="68567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A82073F0-4012-E68B-B4BA-C4985C4C6F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85888" y="495300"/>
            <a:ext cx="9420225" cy="586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05861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Rectangle 1030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6DB3279-C945-424B-3A6C-E099FFEE8CA5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09" b="21305"/>
          <a:stretch/>
        </p:blipFill>
        <p:spPr bwMode="auto">
          <a:xfrm>
            <a:off x="20" y="1282"/>
            <a:ext cx="12191980" cy="68567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A82073F0-4012-E68B-B4BA-C4985C4C6F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85888" y="495300"/>
            <a:ext cx="9420225" cy="586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141419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Rectangle 1030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6DB3279-C945-424B-3A6C-E099FFEE8CA5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09" b="21305"/>
          <a:stretch/>
        </p:blipFill>
        <p:spPr bwMode="auto">
          <a:xfrm>
            <a:off x="20" y="1282"/>
            <a:ext cx="12191980" cy="68567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A82073F0-4012-E68B-B4BA-C4985C4C6F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85888" y="495300"/>
            <a:ext cx="9420225" cy="586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818237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13A8B8-EFFC-66A6-33AF-9A316B9AF5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CC6B8-3ABC-A6E5-61C4-8A91A467EF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1539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</Words>
  <Application>Microsoft Office PowerPoint</Application>
  <PresentationFormat>Widescreen</PresentationFormat>
  <Paragraphs>1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Dataset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Cai, James</dc:creator>
  <cp:lastModifiedBy>Cai, James</cp:lastModifiedBy>
  <cp:revision>3</cp:revision>
  <dcterms:created xsi:type="dcterms:W3CDTF">2025-02-18T23:15:39Z</dcterms:created>
  <dcterms:modified xsi:type="dcterms:W3CDTF">2025-02-18T23:22:23Z</dcterms:modified>
</cp:coreProperties>
</file>